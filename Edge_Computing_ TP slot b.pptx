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855379-8B3F-4DBA-ACE7-C62117D20A37}" v="5" dt="2026-07-17T08:47:20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92237"/>
            <a:ext cx="7772400" cy="1470025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and Reliable Data Transmission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3586" y="2370492"/>
            <a:ext cx="6400800" cy="1752600"/>
          </a:xfrm>
        </p:spPr>
        <p:txBody>
          <a:bodyPr>
            <a:noAutofit/>
          </a:bodyPr>
          <a:lstStyle/>
          <a:p>
            <a:pPr>
              <a:defRPr sz="2200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</a:p>
          <a:p>
            <a:pPr>
              <a:defRPr sz="2200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What Is Edge Computing?</a:t>
            </a:r>
          </a:p>
          <a:p>
            <a:pPr>
              <a:defRPr sz="2200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How It Works</a:t>
            </a:r>
          </a:p>
          <a:p>
            <a:pPr>
              <a:defRPr sz="2200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Reliable Data Transmission</a:t>
            </a:r>
          </a:p>
          <a:p>
            <a:pPr>
              <a:defRPr sz="2200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Applications</a:t>
            </a:r>
          </a:p>
          <a:p>
            <a:pPr>
              <a:defRPr sz="2200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Advantages &amp; Limitations</a:t>
            </a:r>
          </a:p>
          <a:p>
            <a:pPr>
              <a:defRPr sz="2200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EF5D4B-9300-51AB-4264-1293501B909A}"/>
              </a:ext>
            </a:extLst>
          </p:cNvPr>
          <p:cNvSpPr txBox="1"/>
          <p:nvPr/>
        </p:nvSpPr>
        <p:spPr>
          <a:xfrm>
            <a:off x="2286000" y="32467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4C15D-C778-476A-04D3-8EE3275AEF18}"/>
              </a:ext>
            </a:extLst>
          </p:cNvPr>
          <p:cNvSpPr txBox="1"/>
          <p:nvPr/>
        </p:nvSpPr>
        <p:spPr>
          <a:xfrm>
            <a:off x="2286000" y="32467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658895-574E-C972-EF11-CDEAA3F1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8" y="0"/>
            <a:ext cx="1334883" cy="13348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A960CE-C393-73AB-BE6D-AFA1F14E8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386" y="0"/>
            <a:ext cx="1228462" cy="13348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FA7F99-743F-3D2F-A880-09B8B7A72DF3}"/>
              </a:ext>
            </a:extLst>
          </p:cNvPr>
          <p:cNvSpPr txBox="1"/>
          <p:nvPr/>
        </p:nvSpPr>
        <p:spPr>
          <a:xfrm>
            <a:off x="934065" y="5163234"/>
            <a:ext cx="7954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SUDHARSANAN NARASHIMAN                           CSA0704 - COMPUTER NETWORKS</a:t>
            </a:r>
          </a:p>
          <a:p>
            <a:pPr>
              <a:defRPr sz="22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192524061                                                                                       SLOT B DR. Jesu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Jayarin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1" y="2084438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Edge computing is a modern networking technology.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processes data close to the user.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delay and improves speed.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supports real-time applications.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network traffic.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E116D-5E0D-5872-7D36-AE3DC334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5140" cy="13351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C79A60-1D38-F7A1-5AC6-663C8E62A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386" y="0"/>
            <a:ext cx="1228462" cy="13348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014" y="667441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Edge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2170471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is processed near the source.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works with edge servers or gateways.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Only important data is sent to the cloud.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faster responses.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improves efficiency.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2FB05-7211-479C-7291-CD20A40D4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8" y="0"/>
            <a:ext cx="1334883" cy="1334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D8D3E6-9818-E56B-5E28-1F901CBCE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386" y="0"/>
            <a:ext cx="1228462" cy="13348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7441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84" y="201953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Device creates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Nearest edge server processes the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Only required information goes to the cloud.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receives results quickly.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reduces latency.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7F5E8-3C01-9830-F2E0-A3AE6CAC8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8" y="0"/>
            <a:ext cx="1334883" cy="1334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36EA6C-3B93-85E9-36D1-78C4B38B6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386" y="0"/>
            <a:ext cx="1228462" cy="13348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Data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safe and accurate data delivery.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delay (latency).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Minimizes data loss.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communication quality.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real-time services.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EFE64-BE45-28E3-CBA1-93D8896F7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8" y="0"/>
            <a:ext cx="1334883" cy="1334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D1572C-C716-8724-E7DF-55B455CB2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386" y="0"/>
            <a:ext cx="1228462" cy="13348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994" y="1885335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 homes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Healthcare monitoring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Self-driving cars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Online gaming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Industrial IoT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5E959-91A5-0BAB-6E44-A241B3C48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8" y="0"/>
            <a:ext cx="1334883" cy="1334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D0915B-1579-B1FE-9A8A-A8F3D7FCE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386" y="0"/>
            <a:ext cx="1228462" cy="13348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014" y="896042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2218635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Advantages: Faster response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Advantages: Saves bandwidth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Advantages: Better reliability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Limitation: Higher setup cost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Limitation: Requires maintenance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AF8EC-4FD9-67B5-6277-235CBFF1A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8" y="0"/>
            <a:ext cx="1334883" cy="1334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0BD14-807D-83BF-57CE-B08C6903D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386" y="0"/>
            <a:ext cx="1228462" cy="13348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7606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764" y="187796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Edge computing provides fast data processing.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improves reliable data transmission.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useful for IoT and smart devices.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supports future network technologies.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 sz="22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9FFAF-9646-AE12-539C-F8894D7D2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8" y="0"/>
            <a:ext cx="1334883" cy="1334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F6FEBC-0FB6-901D-ECCD-1BE415DC4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386" y="0"/>
            <a:ext cx="1228462" cy="13348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276</Words>
  <Application>Microsoft Office PowerPoint</Application>
  <PresentationFormat>On-screen Show (4:3)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Edge Computing and Reliable Data Transmission</vt:lpstr>
      <vt:lpstr>Introduction</vt:lpstr>
      <vt:lpstr>What is Edge Computing?</vt:lpstr>
      <vt:lpstr>How It Works</vt:lpstr>
      <vt:lpstr>Reliable Data Transmission</vt:lpstr>
      <vt:lpstr>Applications</vt:lpstr>
      <vt:lpstr>Advantages &amp;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prathish</dc:creator>
  <cp:keywords/>
  <dc:description>generated using python-pptx</dc:description>
  <cp:lastModifiedBy>gabrielkevinanderson@gmail.com</cp:lastModifiedBy>
  <cp:revision>4</cp:revision>
  <dcterms:created xsi:type="dcterms:W3CDTF">2013-01-27T09:14:16Z</dcterms:created>
  <dcterms:modified xsi:type="dcterms:W3CDTF">2026-07-20T09:08:52Z</dcterms:modified>
  <cp:category/>
</cp:coreProperties>
</file>