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91561"/>
            <a:ext cx="7772400" cy="1470025"/>
          </a:xfrm>
        </p:spPr>
        <p:txBody>
          <a:bodyPr/>
          <a:lstStyle/>
          <a:p>
            <a:r>
              <a:rPr dirty="0"/>
              <a:t>Edge Computing and Reliable Data Transmission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• Introduction</a:t>
            </a:r>
          </a:p>
          <a:p>
            <a:pPr>
              <a:defRPr sz="2200"/>
            </a:pPr>
            <a:r>
              <a:t>• What is Edge Computing?</a:t>
            </a:r>
          </a:p>
          <a:p>
            <a:pPr>
              <a:defRPr sz="2200"/>
            </a:pPr>
            <a:r>
              <a:t>• How it Works</a:t>
            </a:r>
          </a:p>
          <a:p>
            <a:pPr>
              <a:defRPr sz="2200"/>
            </a:pPr>
            <a:r>
              <a:t>• Reliable Data Transmission</a:t>
            </a:r>
          </a:p>
          <a:p>
            <a:pPr>
              <a:defRPr sz="2200"/>
            </a:pPr>
            <a:r>
              <a:t>• Applications</a:t>
            </a:r>
          </a:p>
          <a:p>
            <a:pPr>
              <a:defRPr sz="2200"/>
            </a:pPr>
            <a:r>
              <a:t>• Advantages &amp; Limitations</a:t>
            </a:r>
          </a:p>
          <a:p>
            <a:pPr>
              <a:defRPr sz="2200"/>
            </a:pPr>
            <a:r>
              <a:t>• Conclusion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Edge computing is a modern networking technology.</a:t>
            </a:r>
          </a:p>
          <a:p>
            <a:pPr>
              <a:defRPr sz="2200"/>
            </a:pPr>
            <a:r>
              <a:t>• It processes data close to the user.</a:t>
            </a:r>
          </a:p>
          <a:p>
            <a:pPr>
              <a:defRPr sz="2200"/>
            </a:pPr>
            <a:r>
              <a:t>• It reduces delay and improves speed.</a:t>
            </a:r>
          </a:p>
          <a:p>
            <a:pPr>
              <a:defRPr sz="2200"/>
            </a:pPr>
            <a:r>
              <a:t>• It supports real-time applications.</a:t>
            </a:r>
          </a:p>
          <a:p>
            <a:pPr>
              <a:defRPr sz="2200"/>
            </a:pPr>
            <a:r>
              <a:t>• It reduces network traffic.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Edge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Data is processed near the source.</a:t>
            </a:r>
          </a:p>
          <a:p>
            <a:pPr>
              <a:defRPr sz="2200"/>
            </a:pPr>
            <a:r>
              <a:t>• It works with edge servers or gateways.</a:t>
            </a:r>
          </a:p>
          <a:p>
            <a:pPr>
              <a:defRPr sz="2200"/>
            </a:pPr>
            <a:r>
              <a:t>• Only important data is sent to the cloud.</a:t>
            </a:r>
          </a:p>
          <a:p>
            <a:pPr>
              <a:defRPr sz="2200"/>
            </a:pPr>
            <a:r>
              <a:t>• It provides faster responses.</a:t>
            </a:r>
          </a:p>
          <a:p>
            <a:pPr>
              <a:defRPr sz="2200"/>
            </a:pPr>
            <a:r>
              <a:t>• It improves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Device creates data.</a:t>
            </a:r>
          </a:p>
          <a:p>
            <a:pPr>
              <a:defRPr sz="2200"/>
            </a:pPr>
            <a:r>
              <a:t>• Nearest edge server processes the data.</a:t>
            </a:r>
          </a:p>
          <a:p>
            <a:pPr>
              <a:defRPr sz="2200"/>
            </a:pPr>
            <a:r>
              <a:t>• Only required information goes to the cloud.</a:t>
            </a:r>
          </a:p>
          <a:p>
            <a:pPr>
              <a:defRPr sz="2200"/>
            </a:pPr>
            <a:r>
              <a:t>• User receives results quickly.</a:t>
            </a:r>
          </a:p>
          <a:p>
            <a:pPr>
              <a:defRPr sz="2200"/>
            </a:pPr>
            <a:r>
              <a:t>• This reduces latency.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Reliable Data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Ensures safe and accurate data delivery.</a:t>
            </a:r>
          </a:p>
          <a:p>
            <a:pPr>
              <a:defRPr sz="2200"/>
            </a:pPr>
            <a:r>
              <a:t>• Reduces delay (latency).</a:t>
            </a:r>
          </a:p>
          <a:p>
            <a:pPr>
              <a:defRPr sz="2200"/>
            </a:pPr>
            <a:r>
              <a:t>• Minimizes data loss.</a:t>
            </a:r>
          </a:p>
          <a:p>
            <a:pPr>
              <a:defRPr sz="2200"/>
            </a:pPr>
            <a:r>
              <a:t>• Improves communication quality.</a:t>
            </a:r>
          </a:p>
          <a:p>
            <a:pPr>
              <a:defRPr sz="2200"/>
            </a:pPr>
            <a:r>
              <a:t>• Supports real-time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Smart homes</a:t>
            </a:r>
          </a:p>
          <a:p>
            <a:pPr>
              <a:defRPr sz="2200"/>
            </a:pPr>
            <a:r>
              <a:t>• Healthcare monitoring</a:t>
            </a:r>
          </a:p>
          <a:p>
            <a:pPr>
              <a:defRPr sz="2200"/>
            </a:pPr>
            <a:r>
              <a:t>• Self-driving cars</a:t>
            </a:r>
          </a:p>
          <a:p>
            <a:pPr>
              <a:defRPr sz="2200"/>
            </a:pPr>
            <a:r>
              <a:t>• Online gaming</a:t>
            </a:r>
          </a:p>
          <a:p>
            <a:pPr>
              <a:defRPr sz="2200"/>
            </a:pPr>
            <a:r>
              <a:t>• Industrial IoT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Advantages: Faster response</a:t>
            </a:r>
          </a:p>
          <a:p>
            <a:pPr>
              <a:defRPr sz="2200"/>
            </a:pPr>
            <a:r>
              <a:t>• Advantages: Saves bandwidth</a:t>
            </a:r>
          </a:p>
          <a:p>
            <a:pPr>
              <a:defRPr sz="2200"/>
            </a:pPr>
            <a:r>
              <a:t>• Advantages: Better reliability</a:t>
            </a:r>
          </a:p>
          <a:p>
            <a:pPr>
              <a:defRPr sz="2200"/>
            </a:pPr>
            <a:r>
              <a:t>• Limitation: Higher setup cost</a:t>
            </a:r>
          </a:p>
          <a:p>
            <a:pPr>
              <a:defRPr sz="2200"/>
            </a:pPr>
            <a:r>
              <a:t>• Limitation: Requires maintenance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Edge computing provides fast data processing.</a:t>
            </a:r>
          </a:p>
          <a:p>
            <a:pPr>
              <a:defRPr sz="2200"/>
            </a:pPr>
            <a:r>
              <a:t>• It improves reliable data transmission.</a:t>
            </a:r>
          </a:p>
          <a:p>
            <a:pPr>
              <a:defRPr sz="2200"/>
            </a:pPr>
            <a:r>
              <a:t>• It is useful for IoT and smart devices.</a:t>
            </a:r>
          </a:p>
          <a:p>
            <a:pPr>
              <a:defRPr sz="2200"/>
            </a:pPr>
            <a:r>
              <a:t>• It supports future network technologies.</a:t>
            </a:r>
          </a:p>
          <a:p>
            <a:pPr>
              <a:defRPr sz="2200"/>
            </a:pPr>
            <a:r>
              <a:t>•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262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Edge Computing and Reliable Data Transmission</vt:lpstr>
      <vt:lpstr>Introduction</vt:lpstr>
      <vt:lpstr>What is Edge Computing?</vt:lpstr>
      <vt:lpstr>How It Works</vt:lpstr>
      <vt:lpstr>Reliable Data Transmission</vt:lpstr>
      <vt:lpstr>Applications</vt:lpstr>
      <vt:lpstr>Advantages &amp; 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gabrielkevinanderson@gmail.com</cp:lastModifiedBy>
  <cp:revision>2</cp:revision>
  <dcterms:created xsi:type="dcterms:W3CDTF">2013-01-27T09:14:16Z</dcterms:created>
  <dcterms:modified xsi:type="dcterms:W3CDTF">2026-07-17T07:20:37Z</dcterms:modified>
  <cp:category/>
</cp:coreProperties>
</file>